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45-minute session · ~30 min narrative + ~10 min live code + ~5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45 minutes are spent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 (overview + 1 slide per gap)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7" name="Picture 6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 —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structural gaps block a straight port · each gets its own slide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These are not bugs — the app worked in 2002. They are design decisions that a modern JVM, modern tooling, and a service-per-context target render unworkable or unsafe.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1 — J2EE 1.3 EAR packaging on the Sun Reference Implementation, built with Ant.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2 — EJB 2.x: entity beans (CMP), session beans and message-driven beans everywhere.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3 — inter-app messages hand-marshalled as XML documents (TPA/DTD) over JMS.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4 — one shared Cloudscape database with the same tables duplicated per EAR.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5 — order status mutated in three MDBs plus the WAF screen-flow state machine.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6 — concurrency safety left implicit to the EJB container (oversell risk).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7 — the admin tool is a Swing / Java Web Start rich client.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6DB4"/>
                </a:solidFill>
                <a:latin typeface="Calibri"/>
              </a:rPr>
              <a:t>•  Gap 8 — a parallel SOAP 'webservices' build re-implements the same order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1 — J2EE 1.3 EAR packaging on the Sun Reference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runtime itself is gone — before any code, the deployment model must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Ships as 4 enterprise archives (.ear): petstore, opc, supplier, admin — each a bundle of web (.war) + EJB (.jar) modules glued by application.xml.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Runs only inside the J2EE 1.3 Sun Reference Implementation app server (Cloudscape DB, JNDI naming, JMS provider all supplied by that container).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Built with Ant + hand-written deployment descriptors; deployed by dropping EARs into the server and editing sun-j2ee-ri.xml bindings.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import is javax.* (javax.ejb, javax.servlet, javax.jms, javax.naming).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Sun RI app server no longer exists and does not run on a modern JVM — there is nothing to deploy an EAR into on Java 21.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Jakarta EE 9+ renamed every javax.* package to jakarta.* — legacy imports won't even compile against current libraries.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EAR-in-container assumes a heavyweight app server; it can't be a self-contained, 'java -jar' cloud artifact.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Spring Boot 3.3.5 fat-jars — each service is one self-contained executable jar with an embedded Tomcat; host on a laptop or any cloud with java -jar.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Maven multi-module build replaces Ant; dependencies + versions are declarative.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Blanket javax.* → jakarta.* migration across the codebase.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become 8 independently deployable services (see the target architecture).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Config is externalised (application.yml / env vars) instead of container-bound descriptors — 12-factor friendly.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Outcome: a runnable-anywhere artifact on a supported runtime — the precondition for everything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2 — EJB 2.x is the entire backbone (primer + gap)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Enterprise JavaBeans: the J2EE server-side component model the whole app is built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33856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EJB = Enterprise JavaBeans — the standard server-side component model of J2EE. A 'bean' is a managed object the app server hosts; you write business logic and the container supplies transactions, security, pooling, remoting, lifecycle and (for entity beans) persistence.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The three bean types the Pet Store 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5806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Session beans — business logic. Stateful ShoppingCart; stateless SignOn, Catalog, OPC/PurchaseOrder facades.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97C2F"/>
                </a:solidFill>
                <a:latin typeface="Calibri"/>
              </a:rPr>
              <a:t>•  Entity beans (CMP) — persistent rows the container maps to tables: Customer, Account, Profile, PurchaseOrder, LineItem, Inventory, ContactInfo, CreditCard.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Message-driven beans (MDB) — async JMS consumers: PurchaseOrderMDB, InvoiceMDB, OrderApprovalMDB, Mail*MDB.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Every bean needs an interface trio (Home + Remote/Local + Bean class) plus ejb-jar.xml / sun-j2ee-ri.xml wiring — enormous boilerplate.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B23A48"/>
                </a:solidFill>
                <a:latin typeface="Calibri"/>
              </a:rPr>
              <a:t>•  Beans are located by JNDI via a ServiceLocator, not injected — you cannot unit-test without a running container.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CMP mappings + finder queries (EJB-QL) live in XML, tied to the dead container.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965960"/>
            <a:ext cx="5349240" cy="4617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08483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Migration response — bean-by-bean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5603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Session bean → Spring @Service / @Component (constructor injection, no JNDI).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Stateful ShoppingCart → session-scoped cart-lib component.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Entity bean (CMP) → JPA @Entity + a Spring Data repository behind a domain port.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EJB-QL finders → derived queries / @Query; mappings in annotations, not XML.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Message-driven bean → @JmsListener method on a plain bean.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Home/Remote/Local trios + ServiceLocator → deleted; DI wires collaborators.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Result: plain testable Java — JUnit + Mockito, no container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3 — Inter-app messages are hand-marshalled XML over JMS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apps only talk via JMS — and every payload is a verbose XML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4 EARs are decoupled: they never call each other directly, they exchange JMS messages.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Payloads are XML documents built by hand (the TPA — Trading Partner Agreement — schemas, plus PurchaseOrder / Invoice / SupplierPO DTDs).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serialises a PurchaseOrder into XML and sends it to jms/PurchaseOrderQueue; the OPC MDB parses the XML back into objects.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Every message type has bespoke marshal / unmarshal code and a matching DTD.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Hand-rolled XML marshalling is brittle and verbose — a field rename means editing DTD, marshaller and parser in lock-step.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DTD-bound payloads are rigid: no forward compatibility, a new field can break older readers.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wire format leaks into domain code — business classes know about XML structure.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XML parsing per message is CPU-heavy and hard to debug when a payload is malformed.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Model each message as a typed Java record wrapped in one shared event envelope (petstore-messaging).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Serialize as JSON via MappingJackson2MessageConverter; a _type header routes each JSON back to the right record.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An Anti-Corruption Layer maps wire ⇄ domain, so the domain never sees the transport format.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FAIL_ON_UNKNOWN_PROPERTIES=false → a newer producer's additive field can't poison an older consumer.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Golden-file tests freeze the legacy contract before the switch (full detail in the JMS migration slide, §6).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is the gap the brief called out explicitly — legacy JMS = XML; migrated JMS = JSON + ACL.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4 — One shared Cloudscape DB, tables duplicated per 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owner of any entity — the same customer data is copied across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All 4 EARs read/write one shared Cloudscape database instance.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Common structures — ContactInfo, Address, CreditCard, LineItem — are redefined and stored independently inside petstore, opc and supplier.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authoritative owner: customer/account data physically lives in several schemas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CMP entity beans in different EARs map their own copies of overlapping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Shared schema = shared coupling: any table change ripples across every EAR at once.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Duplicated entities drift — the same 'customer' can disagree between apps, with no source of truth.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Impossible to scale, deploy or reason about a service in isolation when they all touch one 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Database-per-service: each service owns its schema and is the sole writer of its data.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auth-service is the single owner of credentials/accounts; customer-service owns profile/address/card; OPC owns orders; inventory owns stock.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Cross-service data is fetched over typed client SDKs (HTTP), never by reaching into another service's tables.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service uses file H2 by default (OPC + catalog also run on MongoDB) — swappable behind a repository port.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A clear ownership boundary makes each service independently testable and deployable.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Bounded contexts replace one shared schema — the core of the service decomposition.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5 — Order status mutated in 3 MDBs + the WAF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No single authority for an order's lifecycle — status is written in several places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Order state advances as JMS messages ripple through separate MDBs (PurchaseOrderMDB → OrderApprovalMDB → InvoiceMDB → mailer MDBs).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Each MDB independently writes the order/purchase-order status it cares about.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Web Application Framework (WAF) adds its own screen-flow StateMachine / RequestProcessor on the web tier.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'current status' of an order is therefore an emergent property of several beans.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Status logic is smeared across multiple god-objects — no one class you can point at for 'what are the legal transitions?'.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Concurrent messages can interleave and drive invalid transitions; nothing enforces the state chart.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The bespoke WAF framework is dead weight — a whole homegrown MVC engine to maintain.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One OrderStatusService is the single authority for lifecycle changes.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Status is an explicit enum with guarded transitions (illegal transition → rejected), not an emergent side effect.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applyStatusChange runs in one @Transactional unit; a @Version optimistic lock stops an approve+deny race (→ 409).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WAF screen flow is replaced by thin Spring MVC controllers + Thymeleaf.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Status announcements go out via the transactional outbox — commit and publish can't diverge (§ walkthrough 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Enum + guards was chosen over the full State pattern — right-sized for this lifecycle.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6 — Concurrency safety left implicit to the EJB container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Take the container away and nothing stops two orders overselling the same stock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decrement relied on the EJB container's transaction + entity-bean locking to serialise concurrent access.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There is no explicit lock or stock-floor check in the business code — it trusts the container to prevent lost updates.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Fulfilment reads stock, decides, then decrements as separate steps within a container-managed transaction.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Once the container is gone, read-then-write is a classic race: two orders both read '5', both decrement, stock goes negative (oversell).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Nothing in the schema prevents a negative quantity.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With JMS at-least-once delivery, a redelivered fulfilment could double-decrement.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Pessimistic row lock: findByIdForUpdate issues SELECT … FOR UPDATE so only one transaction touches a stock row at a time.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Check-and-decrement runs inside one @Transactional method.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DB CHECK (quantity &gt;= 0) constraint is the hard floor — the DB refuses to go negative.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consumer: a fulfilled_order dedup ledger means a redelivered order never double-decrements.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Verified with a 20-thread test on 5 units → exactly 5 succeed, never negative; the rest backorder (stay APPROVED).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This was the one sanctioned technical fix — an explicit lock replacing an implicit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7 — The admin tool is a Swing / Java Web Start rich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back-office console is a desktop app launched from the browser — a dead delivery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The admin application is a Swing GUI, delivered via Java Web Start (JNLP) and launched from a browser link.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talks to the OPC server over a remote EJB / XML-RPC channel to list, approve and deny orders and view sales charts.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is a separate rich-client codebase from the web storefront.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Java Web Start was removed from the JDK after Java 8 — the launch mechanism no longer exists.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Browsers dropped the applet/JNLP plumbing entirely — nothing to click.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A desktop Swing client is the wrong shape for a modern web-hosted, deploy-anywhere admin surface.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Admin becomes REST endpoints on admin-office-service (list / approve / deny / sales) that delegate to OPC.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 server-rendered Thymeleaf console replaces the Swing UI — same tasks,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admin-office-service owns no data — it is a thin console over the OPC facade (SDK).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Auth is unified: the admin logs in through the same central IdP (JWT) as everything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Same operator tasks, delivered as a normal web app instead of a desktop download.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 8 — A parallel SOAP 'webservices' build duplicates order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sample ships two implementations of the supplier flow — JMS and SOAP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In the legacy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5806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Pet Store 1.3.1 includes a webservices/ variant that re-implements the supplier purchase-order exchange over SOAP/JAX-RPC instead of JMS.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It exists to demo J2EE web-services interoperability — the same business flow, a second transport.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Two code paths, two sets of DTOs, for one conceptual operation.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77056"/>
            <a:ext cx="5806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Why it blocks a straight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42816"/>
            <a:ext cx="5806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Maintaining two implementations of the same order logic doubles the surface with no functional gain for this project.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JAX-RPC / early SOAP stacks are themselves legacy and unsupported on the target runtime.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Keeping both would blur which path is authoritative.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152144"/>
            <a:ext cx="5349240" cy="5440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Migration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1755648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Dropped intentionally: the JMS build is kept as the single source of truth for the order/supplier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This is a scope decision, recorded as an ADR — not an accidental omission.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If external SOAP interop were ever needed, it would be re-added as a thin adapter in front of the same domain, not a parallel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6053328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A deliberate de-duplication — one flow, one implementation.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7" name="Picture 6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