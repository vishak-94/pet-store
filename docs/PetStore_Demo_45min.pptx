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45-minute session · ~30 min narrative + ~10 min live code + ~5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45 minutes are spent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7" name="Picture 6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blocks a straight port — and why it matters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88620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construct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 problem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response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J2EE 1.3 EAR + Sun RI + Ant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Dead runtime; no Java-21 app server; javax.* everywhere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 fat-jars · Maven · javax→jakarta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(container-mapped)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Home/Remote/Local trios, ejb-jar.xml, ServiceLocator/JNDI — untestable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JPA entities + repository ports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Messages as XML over JMS (xmldocuments)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Hand-marshalled TPA/XML DTOs; brittle, verbose, DTD-bound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event envelope + Anti-Corruption Layer (§6)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DB, tables duplicated per 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ContactInfo/Address/CreditCard copied across apps; no single owner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DB-per-service; each service owns its schema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MDB status writers + WAF StateMachine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God-objects; order status mutated in 3 places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OrderStatusService;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Implicit EJB container locking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Oversell/negative-stock risk once container lock is gone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SELECT…FOR UPDATE + CHECK(qty&gt;=0)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/ Java Web Start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Dead on a modern JVM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endpoints + server-rendered console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webservices/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build of the same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Dropped — JMS build is the one source of truth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Primer — What is EJB, and why it's everywhere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legacy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943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EJB = Enterprise JavaBeans — the standard server-side component model of J2EE (2000s).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A bean is a managed Java object; the app server (Sun J2EE RI) hosts it and supplies enterprise services declaratively — you write logic, the container adds the plumbing: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Transactions, security, pooling, remoting, lifecycle.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C97C2F"/>
                </a:solidFill>
                <a:latin typeface="Calibri"/>
              </a:rPr>
              <a:t>–  Persistence — CMP (Container-Managed Persistence) auto-maps entity beans to DB tables.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Three bean flavours the Pet Store uses: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Session beans — business logic (e.g. ShoppingCart, SignOn, OPCAdminFacade).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Entity beans (CMP) — persistent data (Customer, Account, PurchaseOrder, Inventory…).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Message-driven beans (MDB) — JMS consumers (PurchaseOrderMDB, InvoiceMDB, Mail*MDB).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371600"/>
            <a:ext cx="51663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481328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355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201168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bean needs an interface trio + XML: Home + Remote/Local + Bean class, wired in ejb-jar.xml / sun-j2ee-ri.xml.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Beans are found by JNDI lookup via a ServiceLocator — not injected. Hard to unit-test (needs a running container).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Runs only on a J2EE 1.3 app server on javax.* APIs — no such server on Java 21.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Modern mapping: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–  Session bean → Spring @Service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–  Entity bean (CMP) → JPA @Entity + repository port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–  MDB → @JmsListener; JNDI/ServiceLocator → dependency injection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7" name="Picture 6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