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45-minute session · ~30 min narrative + ~10 min live code + ~5 min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45 minutes are spent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686800"/>
                <a:gridCol w="1828800"/>
              </a:tblGrid>
              <a:tr h="37982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 (overview + 1 slide per gap)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 inventory — summary + one slide per 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7" name="Picture 6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 —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structural gaps block a straight port · each gets its own slide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These are not bugs — the app worked in 2002. They are design decisions that a modern JVM, modern tooling, and a service-per-context target render unworkable or unsafe.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1 — J2EE 1.3 EAR packaging on the Sun Reference Implementation, built with Ant.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2 — EJB 2.x: entity beans (CMP), session beans and message-driven beans everywhere.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3 — inter-app messages hand-marshalled as XML documents (TPA/DTD) over JMS.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4 — one shared Cloudscape database with the same tables duplicated per EAR.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5 — order status mutated in three MDBs plus the WAF screen-flow state machine.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6 — concurrency safety left implicit to the EJB container (oversell risk).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7 — the admin tool is a Swing / Java Web Start rich client.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8 — a parallel SOAP 'webservices' build re-implements the same order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1 — J2EE 1.3 EAR packaging on the Sun Reference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runtime itself is gone — before any code, the deployment model must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Ships as 4 enterprise archives (.ear): petstore, opc, supplier, admin — each a bundle of web (.war) + EJB (.jar) modules glued by application.xml.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Runs only inside the J2EE 1.3 Sun Reference Implementation app server (Cloudscape DB, JNDI naming, JMS provider all supplied by that container).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Built with Ant + hand-written deployment descriptors; deployed by dropping EARs into the server and editing sun-j2ee-ri.xml bindings.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import is javax.* (javax.ejb, javax.servlet, javax.jms, javax.naming).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Sun RI app server no longer exists and does not run on a modern JVM — there is nothing to deploy an EAR into on Java 21.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Jakarta EE 9+ renamed every javax.* package to jakarta.* — legacy imports won't even compile against current libraries.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EAR-in-container assumes a heavyweight app server; it can't be a self-contained, 'java -jar' cloud artifact.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Spring Boot 3.3.5 fat-jars — each service is one self-contained executable jar with an embedded Tomcat; host on a laptop or any cloud with java -jar.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Maven multi-module build replaces Ant; dependencies + versions are declarative.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Blanket javax.* → jakarta.* migration across the codebase.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become 8 independently deployable services (see the target architecture).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Config is externalised (application.yml / env vars) instead of container-bound descriptors — 12-factor friendly.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Outcome: a runnable-anywhere artifact on a supported runtime — the precondition for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2 — EJB 2.x is the entire backbone (primer + gap)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Enterprise JavaBeans: the J2EE server-side component model the whole app is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EJB = Enterprise JavaBeans — the standard server-side component model of J2EE. A 'bean' is a managed object the app server hosts; you write business logic and the container supplies transactions, security, pooling, remoting, lifecycle and (for entity beans) persistence.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The three bean types the Pet Store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806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Session beans — business logic. Stateful ShoppingCart; stateless SignOn, Catalog, OPC/PurchaseOrder facades.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97C2F"/>
                </a:solidFill>
                <a:latin typeface="Calibri"/>
              </a:rPr>
              <a:t>•  Entity beans (CMP) — persistent rows the container maps to tables: Customer, Account, Profile, PurchaseOrder, LineItem, Inventory, ContactInfo, CreditCard.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Message-driven beans (MDB) — async JMS consumers: PurchaseOrderMDB, InvoiceMDB, OrderApprovalMDB, Mail*MDB.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Every bean needs an interface trio (Home + Remote/Local + Bean class) plus ejb-jar.xml / sun-j2ee-ri.xml wiring — enormous boilerplate.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B23A48"/>
                </a:solidFill>
                <a:latin typeface="Calibri"/>
              </a:rPr>
              <a:t>•  Beans are located by JNDI via a ServiceLocator, not injected — you cannot unit-test without a running container.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CMP mappings + finder queries (EJB-QL) live in XML, tied to the dead container.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965960"/>
            <a:ext cx="534924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08483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Migration response — bean-by-bean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5603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Session bean → Spring @Service / @Component (constructor injection, no JNDI).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Stateful ShoppingCart → session-scoped cart-lib component.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Entity bean (CMP) → JPA @Entity + a Spring Data repository behind a domain port.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EJB-QL finders → derived queries / @Query; mappings in annotations, not XML.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Message-driven bean → @JmsListener method on a plain bean.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Home/Remote/Local trios + ServiceLocator → deleted; DI wires collaborators.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Result: plain testable Java — JUnit + Mockito, no container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3 — Inter-app messages are hand-marshalled XML over JMS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apps only talk via JMS — and every payload is a verbose XML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are decoupled: they never call each other directly, they exchange JMS messages.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Payloads are XML documents built by hand (the TPA — Trading Partner Agreement — schemas, plus PurchaseOrder / Invoice / SupplierPO DTDs).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serialises a PurchaseOrder into XML and sends it to jms/PurchaseOrderQueue; the OPC MDB parses the XML back into objects.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message type has bespoke marshal / unmarshal code and a matching DTD.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Hand-rolled XML marshalling is brittle and verbose — a field rename means editing DTD, marshaller and parser in lock-step.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DTD-bound payloads are rigid: no forward compatibility, a new field can break older readers.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wire format leaks into domain code — business classes know about XML structure.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XML parsing per message is CPU-heavy and hard to debug when a payload is malformed.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Model each message as a typed Java record wrapped in one shared event envelope (petstore-messaging).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Serialize as JSON via MappingJackson2MessageConverter; a _type header routes each JSON back to the right record.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An Anti-Corruption Layer maps wire ⇄ domain, so the domain never sees the transport format.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FAIL_ON_UNKNOWN_PROPERTIES=false → a newer producer's additive field can't poison an older consumer.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Golden-file tests freeze the legacy contract before the switch (full detail in the JMS migration slide, §6).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is the gap the brief called out explicitly — legacy JMS = XML; migrated JMS = JSON + ACL.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4 — One shared Cloudscape DB, tables duplicated per 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owner of any entity — the same customer data is copied across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All 4 EARs read/write one shared Cloudscape database instance.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Common structures — ContactInfo, Address, CreditCard, LineItem — are redefined and stored independently inside petstore, opc and supplier.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authoritative owner: customer/account data physically lives in several schemas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CMP entity beans in different EARs map their own copies of overlapping 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Shared schema = shared coupling: any table change ripples across every EAR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Duplicated entities drift — the same 'customer' can disagree between apps, with no source of truth.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Impossible to scale, deploy or reason about a service in isolation when they all touch one DB.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Database-per-service: each service owns its schema and is the sole writer of its data.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auth-service is the single owner of credentials/accounts; customer-service owns profile/address/card; OPC owns orders; inventory owns stock.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Cross-service data is fetched over typed client SDKs (HTTP), never by reaching into another service's tables.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service uses file H2 by default (OPC + catalog also run on MongoDB) — swappable behind a repository port.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A clear ownership boundary makes each service independently testable and deployable.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Bounded contexts replace one shared schema — the core of the service decomposition.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5 — Order status mutated in 3 MDBs + the WAF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authority for an order's lifecycle — status is written in several places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Order state advances as JMS messages ripple through separate MDBs (PurchaseOrderMDB → OrderApprovalMDB → InvoiceMDB → mailer MDBs).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MDB independently writes the order/purchase-order status it cares about.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Web Application Framework (WAF) adds its own screen-flow StateMachine / RequestProcessor on the web tier.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'current status' of an order is therefore an emergent property of several beans.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Status logic is smeared across multiple god-objects — no one class you can point at for 'what are the legal transitions?'.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Concurrent messages can interleave and drive invalid transitions; nothing enforces the state chart.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bespoke WAF framework is dead weight — a whole homegrown MVC engine to maintain.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One OrderStatusService is the single authority for lifecycle changes.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Status is an explicit enum with guarded transitions (illegal transition → rejected), not an emergent side effect.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applyStatusChange runs in one @Transactional unit; a @Version optimistic lock stops an approve+deny race (→ 409).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WAF screen flow is replaced by thin Spring MVC controllers + Thymeleaf.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Status announcements go out via the transactional outbox — commit and publish can't diverge (§ walkthrough 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Enum + guards was chosen over the full State pattern — right-sized for this lifecycle.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6 — Concurrency safety left implicit to the EJB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Take the container away and nothing stops two orders overselling the same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decrement relied on the EJB container's transaction + entity-bean locking to serialise concurrent access.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explicit lock or stock-floor check in the business code — it trusts the container to prevent lost updates.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Fulfilment reads stock, decides, then decrements as separate steps within a container-managed transaction.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Once the container is gone, read-then-write is a classic race: two orders both read '5', both decrement, stock goes negative (oversell).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Nothing in the schema prevents a negative quantity.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With JMS at-least-once delivery, a redelivered fulfilment could double-decrement.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Pessimistic row lock: findByIdForUpdate issues SELECT … FOR UPDATE so only one transaction touches a stock row at a time.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Check-and-decrement runs inside one @Transactional method.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DB CHECK (quantity &gt;= 0) constraint is the hard floor — the DB refuses to go negative.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consumer: a fulfilled_order dedup ledger means a redelivered order never double-decrements.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Verified with a 20-thread test on 5 units → exactly 5 succeed, never negative; the rest backorder (stay APPROVED).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was the one sanctioned technical fix — an explicit lock replacing an implicit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7 — The admin tool is a Swing / Java Web Start rich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back-office console is a desktop app launched from the browser — a dead delivery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admin application is a Swing GUI, delivered via Java Web Start (JNLP) and launched from a browser link.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talks to the OPC server over a remote EJB / XML-RPC channel to list, approve and deny orders and view sales charts.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is a separate rich-client codebase from the web storefront.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Java Web Start was removed from the JDK after Java 8 — the launch mechanism no longer exists.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Browsers dropped the applet/JNLP plumbing entirely — nothing to click.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desktop Swing client is the wrong shape for a modern web-hosted, deploy-anywhere admin surface.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Admin becomes REST endpoints on admin-office-service (list / approve / deny / sales) that delegate to OPC.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server-rendered Thymeleaf console replaces the Swing UI — same tasks,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admin-office-service owns no data — it is a thin console over the OPC facade (SDK).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 is unified: the admin logs in through the same central IdP (JWT) as everything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Same operator tasks, delivered as a normal web app instead of a desktop download.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8 — A parallel SOAP 'webservices' build duplicates order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sample ships two implementations of the supplier flow — JMS and SOAP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Pet Store 1.3.1 includes a webservices/ variant that re-implements the supplier purchase-order exchange over SOAP/JAX-RPC instead of JMS.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exists to demo J2EE web-services interoperability — the same business flow, a second transport.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Two code paths, two sets of DTOs, for one conceptual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Maintaining two implementations of the same order logic doubles the surface with no functional gain for this project.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JAX-RPC / early SOAP stacks are themselves legacy and unsupported on the target runtime.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Keeping both would blur which path is authoritative.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Dropped intentionally: the JMS build is kept as the single source of truth for the order/supplier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This is a scope decision, recorded as an ADR — not an accidental omission.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If external SOAP interop were ever needed, it would be re-added as a thin adapter in front of the same domain, not a parallel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A deliberate de-duplication — one flow, one implementation.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7" name="Picture 6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Service Inventory —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services · 5 published client SDKs · 2 shared libraries · DB-per-service · one broker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70432"/>
          <a:ext cx="1165859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874519"/>
                <a:gridCol w="2606040"/>
                <a:gridCol w="2514600"/>
                <a:gridCol w="2194560"/>
              </a:tblGrid>
              <a:tr h="482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 (port)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/ DB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Publishes SDK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petstore-app-v1 (8080)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petstore.ear web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(broker client)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(sync REST intake)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auth-service (8086)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accounts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 (8081)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CMP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profile/addr/card · 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 (8083)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· H2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 (8088)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opc.ear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orders+outbox · H2 /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 (core)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 (8085)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supplier.ear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stock+dedup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 (8082)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admin.ear (Swing)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(delegates to OPC)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 (8087)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Mail*MDB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(stateless)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only (topics+DLQ)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5623560"/>
            <a:ext cx="11658600" cy="914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705856"/>
            <a:ext cx="113385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Shared libraries (in-process, not services): cart-lib (session cart) · petstore-messaging (JMS destinations + JSON event envelope).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Each stateful service owns its own schema (DB-per-service); services never touch another's tables — they call its client SDK over HTTP or react to its JMS events. Follow-up slides cover each service.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petstore-app-v1  (Storefront)  ·  :8080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petstore.ear web tier (WAF + JSP)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customer-facing shop: browse categories/products/items, search, session cart, checkout.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with i18n (en/ja/zh) — replaces the legacy WAF + JSP screen flow.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Persists NOTHING itself: it is a pure client of the backing services + the broker.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Embeds cart-lib in-process; resolves cart items via the catalog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Live stock badge / quantity cap driven by the inventory SDK.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 /category /product /item /search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/cart add/set/update/delete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/checkout  → sync REST intake to OPC (JWT forwarded)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(it's an edge app, not a called service). IMPORTS five: auth-client, catalog-service-client, customer-service-client, order-processing-client, inventory-service-client.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State lives in the session cart (cart-lib, ~15-min TTL) and in the downstream services it calls.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JMS. Checkout is synchronous REST to OPC (immediate authoritative result). The legacy fire-and-forget PurchaseOrder-XML publish was replaced by that REST intake (OPC still keeps a PurchaseOrderQueue listener as an alt async path).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petstore.ear web tier → thin Spring MVC storefront, no business data of its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auth-service  (central IdP)  ·  :8086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SignOn EJB — now the one identity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5B3E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single identity provider: authenticates users and MINTS RS256 JWTs.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ONLY holder of the private signing key and of user credentials.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Provisions credentials for new customers (called by customer-service).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other service verifies JWTs with the public key only (auth-client) — no shared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/auth/login  → mint JWT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/auth/accounts  → provision credential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auth-client — RS256 verify (public key) + a login helper. Imported by storefront, customer, admin-office, OPC, inventory (everyone that authenticates or verifies a token).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account/credential store · file H2. Sole owner of identity data — no other service stores credentials.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Auth is request/response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SignOn EJB → a standalone IdP; centralises what was scattered auth logic.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customer-service  ·  :8081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Customer / Account CMP entity beans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4FA0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customer PII: profile, contact/address, and credit-card data.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Registers new customers, then calls auth-service to provision their credential.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Restores legacy new-customer profile defaults + preferred-language handling.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/register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/customer/{id}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PUT /account /profile /card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customer-service-client — customer API + DTOs. Imported by the storefront (profile/registration screens).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customer schema (profile / address / card) · file H2. The single owner of customer PII — replaces the CMP tables duplicated across legacy 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Imports auth-client to provision credentials over HTTP.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Customer/Account CMP beans → a bounded customer context with its own schema.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catalog-service  ·  :8083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Catalog EJB — read-mostly, multi-locale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86A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Serves the product catalog: categories, products, items, keyword search.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Read-mostly, multi-locale (locale-split tables/collections; en/ja/zh).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Restored the legacy tokenized multi-field LIKE search semantics (parity H6).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Second service (with OPC) proven on MongoDB behind the same repository 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/api/categories /products /items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/api/items?keyword=...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catalog-service-client — catalog API + DTOs. Imported by the storefront and, in-process, by cart-lib (to resolve cart line items).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catalog schema · file H2 by default, OR MongoDB (@Profile mongo) — 3 collections with an embedded locale map. Same port, swappable adapter.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read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Catalog EJB → a read-optimised service; the ItemDto still carries the legacy attr1..5 slots.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order-processing-service  (OPC)  ·  :8088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opc.ear — the authoritative order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8860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authoritative owner of orders and their workflow status for the whole system.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Intake → auto-approve under a currency threshold, else PENDING for a human admin.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the order lifecycle enum + guarded transitions; @Version stops approve/deny races.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Transactional outbox: order write + event emit commit atomically (no lost/dup publish).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Re-drives APPROVED backorders on RestockTopic (the restored legacy processPendingPO).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/api/orders/intake  (sync checkout)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/api/orders  approve|deny|status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/api/sales  (revenue aggregation)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order-processing-client — OPC facade + intake DTOs + endpoint constants. Imported by the storefront (checkout intake) and admin-office (approve/deny/sales).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orders + outbox (authoritative) · file H2 by default (Flyway schema), OR MongoDB (@Profile mongo) with multi-document transactions on replica set rs0.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JMS hub. CONSUMES PurchaseOrderQueue, InvoiceTopic, RestockTopic; PUBLISHES OrderApprovedEvent → ApprovedOrderQueue and OrderStatusEvent → OrderStatusTopic. All outbound events go through the outbox relay.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opc.ear (PurchaseOrderMDB + OPCAdminFacade) → one service, single order writer.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inventory-service  (fulfilment)  ·  :8085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supplier.ear — fulfils approved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7C2F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Fulfils approved orders: reserves stock and ships, or backorders if short.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Oversell guard: pessimistic SELECT…FOR UPDATE + DB CHECK(qty&gt;=0) (the one sanctioned fix).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Idempotent: a fulfilled_order dedup ledger stops a redelivered order double-decrementing.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Suppliers restock stock, which re-drives backorders across the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/api/inventory  (stock read)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/api/inventory  restock (SUPPLIER role)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inventory-service-client — stock read SDK with a single-flight cache. Imported by the storefront (live stock badge / quantity cap). The newest SDK.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inventory schema (on-hand stock) + the dedup ledger · file H2. Sole owner of stock levels.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CONSUMES ApprovedOrderQueue (reserve+ship). PUBLISHES InvoiceEvent → InvoiceTopic (ship confirmation) and RestockEvent → RestockTopic (triggers OPC's backorder re-drive).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supplier.ear → a fulfilment service; container locking replaced by an explicit row lock.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admin-office-service  (console)  ·  :8082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admin.ear Swing / Java Web Start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back-office console: list / approve / deny orders, view sales.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replacing the dead Swing / Java Web Start rich client.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NO data — a thin console that delegates every action to OPC via its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logs in through the same central IdP (JWT) as everyone else.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/warehouse/orders  (console UI)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approve | deny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none. IMPORTS order-processing-client (all order/sales actions) and auth-client (login + verify).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Every read/write is delegated to OPC — admin-office is stateless.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HTTP delegation to OPC.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admin.ear Swing client → a normal web console; same operator tasks in the browser.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notification-service  ·  :8087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Mail*MDB beans — a pure event observer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Sends customer emails: approval / denial / shipped / completed.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pure, stateless event observer — persists nothing, owns no business state.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Also the operator safety net: logs DLQ + ExpiryQueue messages at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No public HTTP API — it is a message consumer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— nothing calls it. It only subscribes to the broker.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 — stateless. (Idempotency is deferred by decision: harmless while the mailer only logs.)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CONSUME-ONLY. Subscribes InvoiceTopic + OrderStatusTopic (emails) and the DLQ + ExpiryQueue (ERROR-log observer). Publishes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the Mail*MDB beans → one notification service; also closes the DLQ 'black hole'.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